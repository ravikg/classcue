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ef40519204cf1" /><Relationship Type="http://schemas.openxmlformats.org/officeDocument/2006/relationships/extended-properties" Target="/docProps/app.xml" Id="R1ecfbb2e1cf5415b" /><Relationship Type="http://schemas.openxmlformats.org/officeDocument/2006/relationships/officeDocument" Target="/ppt/presentation.xml" Id="Rc077585840c447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1da4aa44204435"/>
  </p:sldMasterIdLst>
  <p:notesMasterIdLst>
    <p:notesMasterId xmlns:r="http://schemas.openxmlformats.org/officeDocument/2006/relationships" r:id="Rccf2c4b6a8de40b9"/>
  </p:notesMasterIdLst>
  <p:sldIdLst>
    <p:sldId xmlns:r="http://schemas.openxmlformats.org/officeDocument/2006/relationships" id="256" r:id="R64268a237df9450a"/>
    <p:sldId xmlns:r="http://schemas.openxmlformats.org/officeDocument/2006/relationships" id="257" r:id="R82e8e10b37c74185"/>
    <p:sldId xmlns:r="http://schemas.openxmlformats.org/officeDocument/2006/relationships" id="258" r:id="R368862554d214611"/>
    <p:sldId xmlns:r="http://schemas.openxmlformats.org/officeDocument/2006/relationships" id="259" r:id="R49f59ea41215425c"/>
    <p:sldId xmlns:r="http://schemas.openxmlformats.org/officeDocument/2006/relationships" id="260" r:id="Racbf8a4492a54192"/>
    <p:sldId xmlns:r="http://schemas.openxmlformats.org/officeDocument/2006/relationships" id="261" r:id="Rdc074a4de0864a35"/>
    <p:sldId xmlns:r="http://schemas.openxmlformats.org/officeDocument/2006/relationships" id="262" r:id="R08168be524504b6f"/>
    <p:sldId xmlns:r="http://schemas.openxmlformats.org/officeDocument/2006/relationships" id="263" r:id="R00c06cc088db46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6ffa0537284dae" /><Relationship Type="http://schemas.openxmlformats.org/officeDocument/2006/relationships/slideMaster" Target="/ppt/slideMasters/slideMaster1.xml" Id="R7f1da4aa44204435" /><Relationship Type="http://schemas.openxmlformats.org/officeDocument/2006/relationships/notesMaster" Target="/ppt/notesMasters/notesMaster1.xml" Id="Rccf2c4b6a8de40b9" /><Relationship Type="http://schemas.openxmlformats.org/officeDocument/2006/relationships/presProps" Target="/ppt/presProps.xml" Id="R74e046387bc84376" /><Relationship Type="http://schemas.openxmlformats.org/officeDocument/2006/relationships/tableStyles" Target="/ppt/tableStyles.xml" Id="Re5c2752d24b84a0a" /><Relationship Type="http://schemas.openxmlformats.org/officeDocument/2006/relationships/slide" Target="/ppt/slides/slide1.xml" Id="R64268a237df9450a" /><Relationship Type="http://schemas.openxmlformats.org/officeDocument/2006/relationships/slide" Target="/ppt/slides/slide2.xml" Id="R82e8e10b37c74185" /><Relationship Type="http://schemas.openxmlformats.org/officeDocument/2006/relationships/slide" Target="/ppt/slides/slide3.xml" Id="R368862554d214611" /><Relationship Type="http://schemas.openxmlformats.org/officeDocument/2006/relationships/slide" Target="/ppt/slides/slide4.xml" Id="R49f59ea41215425c" /><Relationship Type="http://schemas.openxmlformats.org/officeDocument/2006/relationships/slide" Target="/ppt/slides/slide5.xml" Id="Racbf8a4492a54192" /><Relationship Type="http://schemas.openxmlformats.org/officeDocument/2006/relationships/slide" Target="/ppt/slides/slide6.xml" Id="Rdc074a4de0864a35" /><Relationship Type="http://schemas.openxmlformats.org/officeDocument/2006/relationships/slide" Target="/ppt/slides/slide7.xml" Id="R08168be524504b6f" /><Relationship Type="http://schemas.openxmlformats.org/officeDocument/2006/relationships/slide" Target="/ppt/slides/slide8.xml" Id="R00c06cc088db46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7eb51336ae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b442560fba42b0" /><Relationship Type="http://schemas.openxmlformats.org/officeDocument/2006/relationships/notesMaster" Target="/ppt/notesMasters/notesMaster1.xml" Id="Ra37ac5a115e14a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d31c6d38a34ea7" /><Relationship Type="http://schemas.openxmlformats.org/officeDocument/2006/relationships/notesMaster" Target="/ppt/notesMasters/notesMaster1.xml" Id="R76932344470d4b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724a651e694d77" /><Relationship Type="http://schemas.openxmlformats.org/officeDocument/2006/relationships/notesMaster" Target="/ppt/notesMasters/notesMaster1.xml" Id="R173ef23497044c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9d84951dd041e4" /><Relationship Type="http://schemas.openxmlformats.org/officeDocument/2006/relationships/notesMaster" Target="/ppt/notesMasters/notesMaster1.xml" Id="R39cefca7ab8c46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7e3d5c12fe4c0a" /><Relationship Type="http://schemas.openxmlformats.org/officeDocument/2006/relationships/notesMaster" Target="/ppt/notesMasters/notesMaster1.xml" Id="Rf554e4536d574c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480944bada41ec" /><Relationship Type="http://schemas.openxmlformats.org/officeDocument/2006/relationships/notesMaster" Target="/ppt/notesMasters/notesMaster1.xml" Id="R2d0faddf7dd444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d3885ee4cc4143" /><Relationship Type="http://schemas.openxmlformats.org/officeDocument/2006/relationships/notesMaster" Target="/ppt/notesMasters/notesMaster1.xml" Id="Rab269d4d246843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1885a5f1d2445e" /><Relationship Type="http://schemas.openxmlformats.org/officeDocument/2006/relationships/notesMaster" Target="/ppt/notesMasters/notesMaster1.xml" Id="Rc96b31e84f0c4a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e80979ddb43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d62d1a5d54828" /><Relationship Type="http://schemas.openxmlformats.org/officeDocument/2006/relationships/slideLayout" Target="/ppt/slideLayouts/slideLayout1.xml" Id="Rc4264698996549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64698996549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786e191924790" /><Relationship Type="http://schemas.openxmlformats.org/officeDocument/2006/relationships/notesSlide" Target="/ppt/notesSlides/notesSlide1.xml" Id="R2298fc176a174f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9de1643164560" /><Relationship Type="http://schemas.openxmlformats.org/officeDocument/2006/relationships/image" Target="/ppt/media/image.png" Id="Rcff0e112ef9c48be" /><Relationship Type="http://schemas.openxmlformats.org/officeDocument/2006/relationships/notesSlide" Target="/ppt/notesSlides/notesSlide2.xml" Id="R952a3da98cbd4b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94c983f5f4b77" /><Relationship Type="http://schemas.openxmlformats.org/officeDocument/2006/relationships/image" Target="/ppt/media/image2.png" Id="R13d5d003cac54fe6" /><Relationship Type="http://schemas.openxmlformats.org/officeDocument/2006/relationships/notesSlide" Target="/ppt/notesSlides/notesSlide3.xml" Id="R574f67b3d6f148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7af698d9a4214" /><Relationship Type="http://schemas.openxmlformats.org/officeDocument/2006/relationships/image" Target="/ppt/media/image3.png" Id="Rbc4470e5cf0d4eab" /><Relationship Type="http://schemas.openxmlformats.org/officeDocument/2006/relationships/notesSlide" Target="/ppt/notesSlides/notesSlide4.xml" Id="R13062ec08bb743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58c4ecc424e54" /><Relationship Type="http://schemas.openxmlformats.org/officeDocument/2006/relationships/image" Target="/ppt/media/image4.png" Id="Rf4418580d7764086" /><Relationship Type="http://schemas.openxmlformats.org/officeDocument/2006/relationships/notesSlide" Target="/ppt/notesSlides/notesSlide5.xml" Id="R6cebc20dbf4446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0ee8d573f48e1" /><Relationship Type="http://schemas.openxmlformats.org/officeDocument/2006/relationships/image" Target="/ppt/media/image5.png" Id="R6baea508f4ef42cd" /><Relationship Type="http://schemas.openxmlformats.org/officeDocument/2006/relationships/notesSlide" Target="/ppt/notesSlides/notesSlide6.xml" Id="R27bfed9fa57d47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fa30d96d64ecf" /><Relationship Type="http://schemas.openxmlformats.org/officeDocument/2006/relationships/image" Target="/ppt/media/image6.png" Id="R7d54cd8147b842bf" /><Relationship Type="http://schemas.openxmlformats.org/officeDocument/2006/relationships/notesSlide" Target="/ppt/notesSlides/notesSlide7.xml" Id="R91435bbaf7de4f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ee81811a54d79" /><Relationship Type="http://schemas.openxmlformats.org/officeDocument/2006/relationships/notesSlide" Target="/ppt/notesSlides/notesSlide8.xml" Id="R327929dbb50149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A0549D3-C6E3-4E45-AF0D-0BEA55E6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677F5"/>
                </a:solidFill>
              </a:defRPr>
            </a:pPr>
            <a:r>
              <a:rPr sz="1200" b="1">
                <a:solidFill>
                  <a:srgbClr val="3677F5"/>
                </a:solidFill>
              </a:rPr>
              <a:t>CLASSCUE · EXPERIENCE CONCEPT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30E374F-4DD3-4263-A8E4-CEC2A528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23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7352D"/>
                </a:solidFill>
              </a:defRPr>
            </a:pPr>
            <a:r>
              <a:rPr sz="4950" b="1">
                <a:solidFill>
                  <a:srgbClr val="17352D"/>
                </a:solidFill>
              </a:rPr>
              <a:t>A calmer way to keep every child’s classes moving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8F976E6-6361-4FF9-9D8F-7803EEF0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56F"/>
                </a:solidFill>
              </a:defRPr>
            </a:pPr>
            <a:r>
              <a:rPr sz="1800">
                <a:solidFill>
                  <a:srgbClr val="66756F"/>
                </a:solidFill>
              </a:rPr>
              <a:t>Phone-first user journeys for schedules, attendance, punctuality, fees and reminders.</a:t>
            </a:r>
          </a:p>
        </p:txBody>
      </p:sp>
      <p:sp>
        <p:nvSpPr>
          <p:cNvPr id="4" name="cover-signals">
            <a:extLst xmlns:a="http://schemas.openxmlformats.org/drawingml/2006/main">
              <a:ext uri="{FF2B5EF4-FFF2-40B4-BE49-F238E27FC236}">
                <a16:creationId xmlns:a16="http://schemas.microsoft.com/office/drawing/2014/main" id="{0D9DF2D3-4B6D-471A-9204-E35E0BC7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866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52D"/>
                </a:solidFill>
              </a:defRPr>
            </a:pPr>
            <a:r>
              <a:rPr sz="1350" b="1">
                <a:solidFill>
                  <a:srgbClr val="17352D"/>
                </a:solidFill>
              </a:rPr>
              <a:t>SCHEDULES     ATTENDANCE     FEES     PARENT CONTROL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264DCFAA-B4EB-47D6-A48C-1CC4018A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00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A4D"/>
                </a:solidFill>
              </a:defRPr>
            </a:pPr>
            <a:r>
              <a:rPr sz="1200" b="1">
                <a:solidFill>
                  <a:srgbClr val="FF6A4D"/>
                </a:solidFill>
              </a:rPr>
              <a:t>17 JULY 2026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D6F8DDC6-0033-41BB-BAA1-5D4CA884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CLASSCUE · USER JOURNEY     01</a:t>
            </a:r>
          </a:p>
        </p:txBody>
      </p:sp>
    </p:spTree>
    <p:extLst>
      <p:ext uri="{BB962C8B-B14F-4D97-AF65-F5344CB8AC3E}">
        <p14:creationId xmlns:p14="http://schemas.microsoft.com/office/powerpoint/2010/main" val="1480142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0e112ef9c48be"/>
          <a:stretch xmlns:a="http://schemas.openxmlformats.org/drawingml/2006/main"/>
        </p:blipFill>
        <p:spPr>
          <a:xfrm xmlns:a="http://schemas.openxmlformats.org/drawingml/2006/main">
            <a:off x="609600" y="0"/>
            <a:ext cx="10972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907B5A05-5EE3-47F8-9A98-C0C674CD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CLASSCUE · USER JOURNEY     02</a:t>
            </a:r>
          </a:p>
        </p:txBody>
      </p:sp>
    </p:spTree>
    <p:extLst>
      <p:ext uri="{BB962C8B-B14F-4D97-AF65-F5344CB8AC3E}">
        <p14:creationId xmlns:p14="http://schemas.microsoft.com/office/powerpoint/2010/main" val="907588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5d003cac54fe6"/>
          <a:stretch xmlns:a="http://schemas.openxmlformats.org/drawingml/2006/main"/>
        </p:blipFill>
        <p:spPr>
          <a:xfrm xmlns:a="http://schemas.openxmlformats.org/drawingml/2006/main">
            <a:off x="609600" y="0"/>
            <a:ext cx="10972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34E566B9-2DE7-4ED5-9E8C-675AB207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CLASSCUE · USER JOURNEY     03</a:t>
            </a:r>
          </a:p>
        </p:txBody>
      </p:sp>
    </p:spTree>
    <p:extLst>
      <p:ext uri="{BB962C8B-B14F-4D97-AF65-F5344CB8AC3E}">
        <p14:creationId xmlns:p14="http://schemas.microsoft.com/office/powerpoint/2010/main" val="901676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470e5cf0d4eab"/>
          <a:stretch xmlns:a="http://schemas.openxmlformats.org/drawingml/2006/main"/>
        </p:blipFill>
        <p:spPr>
          <a:xfrm xmlns:a="http://schemas.openxmlformats.org/drawingml/2006/main">
            <a:off x="609600" y="0"/>
            <a:ext cx="10972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4">
            <a:extLst xmlns:a="http://schemas.openxmlformats.org/drawingml/2006/main">
              <a:ext uri="{FF2B5EF4-FFF2-40B4-BE49-F238E27FC236}">
                <a16:creationId xmlns:a16="http://schemas.microsoft.com/office/drawing/2014/main" id="{726E5649-E8D6-45B3-A4F7-BA2D39F2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CLASSCUE · USER JOURNEY     04</a:t>
            </a:r>
          </a:p>
        </p:txBody>
      </p:sp>
    </p:spTree>
    <p:extLst>
      <p:ext uri="{BB962C8B-B14F-4D97-AF65-F5344CB8AC3E}">
        <p14:creationId xmlns:p14="http://schemas.microsoft.com/office/powerpoint/2010/main" val="488435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18580d7764086"/>
          <a:stretch xmlns:a="http://schemas.openxmlformats.org/drawingml/2006/main"/>
        </p:blipFill>
        <p:spPr>
          <a:xfrm xmlns:a="http://schemas.openxmlformats.org/drawingml/2006/main">
            <a:off x="609600" y="0"/>
            <a:ext cx="10972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5">
            <a:extLst xmlns:a="http://schemas.openxmlformats.org/drawingml/2006/main">
              <a:ext uri="{FF2B5EF4-FFF2-40B4-BE49-F238E27FC236}">
                <a16:creationId xmlns:a16="http://schemas.microsoft.com/office/drawing/2014/main" id="{401DDDB3-50F5-4528-A79D-471B575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CLASSCUE · USER JOURNEY     05</a:t>
            </a:r>
          </a:p>
        </p:txBody>
      </p:sp>
    </p:spTree>
    <p:extLst>
      <p:ext uri="{BB962C8B-B14F-4D97-AF65-F5344CB8AC3E}">
        <p14:creationId xmlns:p14="http://schemas.microsoft.com/office/powerpoint/2010/main" val="1817835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ea508f4ef42cd"/>
          <a:stretch xmlns:a="http://schemas.openxmlformats.org/drawingml/2006/main"/>
        </p:blipFill>
        <p:spPr>
          <a:xfrm xmlns:a="http://schemas.openxmlformats.org/drawingml/2006/main">
            <a:off x="609600" y="0"/>
            <a:ext cx="10972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6">
            <a:extLst xmlns:a="http://schemas.openxmlformats.org/drawingml/2006/main">
              <a:ext uri="{FF2B5EF4-FFF2-40B4-BE49-F238E27FC236}">
                <a16:creationId xmlns:a16="http://schemas.microsoft.com/office/drawing/2014/main" id="{518FEF00-5DDF-4B1D-9387-69DEA1A7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CLASSCUE · USER JOURNEY     06</a:t>
            </a:r>
          </a:p>
        </p:txBody>
      </p:sp>
    </p:spTree>
    <p:extLst>
      <p:ext uri="{BB962C8B-B14F-4D97-AF65-F5344CB8AC3E}">
        <p14:creationId xmlns:p14="http://schemas.microsoft.com/office/powerpoint/2010/main" val="1856148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4cd8147b842bf"/>
          <a:stretch xmlns:a="http://schemas.openxmlformats.org/drawingml/2006/main"/>
        </p:blipFill>
        <p:spPr>
          <a:xfrm xmlns:a="http://schemas.openxmlformats.org/drawingml/2006/main">
            <a:off x="609600" y="0"/>
            <a:ext cx="10972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7">
            <a:extLst xmlns:a="http://schemas.openxmlformats.org/drawingml/2006/main">
              <a:ext uri="{FF2B5EF4-FFF2-40B4-BE49-F238E27FC236}">
                <a16:creationId xmlns:a16="http://schemas.microsoft.com/office/drawing/2014/main" id="{F2D1449C-061C-4A3D-AAC5-98B9D52D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CLASSCUE · USER JOURNEY     07</a:t>
            </a:r>
          </a:p>
        </p:txBody>
      </p:sp>
    </p:spTree>
    <p:extLst>
      <p:ext uri="{BB962C8B-B14F-4D97-AF65-F5344CB8AC3E}">
        <p14:creationId xmlns:p14="http://schemas.microsoft.com/office/powerpoint/2010/main" val="2117471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4C4D1833-F423-422E-A115-D8222275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677F5"/>
                </a:solidFill>
              </a:defRPr>
            </a:pPr>
            <a:r>
              <a:rPr sz="1200" b="1">
                <a:solidFill>
                  <a:srgbClr val="3677F5"/>
                </a:solidFill>
              </a:rPr>
              <a:t>THE BUILD SHOULD PROTECT THREE IDEAS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2B5393B-D43B-418F-A7F9-A869A718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52D"/>
                </a:solidFill>
              </a:defRPr>
            </a:pPr>
            <a:r>
              <a:rPr sz="3750" b="1">
                <a:solidFill>
                  <a:srgbClr val="17352D"/>
                </a:solidFill>
              </a:rPr>
              <a:t>Simple daily actions. Trustworthy history. Parent control.</a:t>
            </a:r>
          </a:p>
        </p:txBody>
      </p:sp>
      <p:sp>
        <p:nvSpPr>
          <p:cNvPr id="3" name="principle-1">
            <a:extLst xmlns:a="http://schemas.openxmlformats.org/drawingml/2006/main">
              <a:ext uri="{FF2B5EF4-FFF2-40B4-BE49-F238E27FC236}">
                <a16:creationId xmlns:a16="http://schemas.microsoft.com/office/drawing/2014/main" id="{5B506A2C-72E4-44CE-B275-5496BE22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52D"/>
                </a:solidFill>
              </a:defRPr>
            </a:pPr>
            <a:r>
              <a:rPr sz="1800" b="1">
                <a:solidFill>
                  <a:srgbClr val="17352D"/>
                </a:solidFill>
              </a:rPr>
              <a:t>01</a:t>
            </a:r>
          </a:p>
          <a:p xmlns:a="http://schemas.openxmlformats.org/drawingml/2006/main">
            <a:pPr>
              <a:defRPr sz="1800" b="1">
                <a:solidFill>
                  <a:srgbClr val="17352D"/>
                </a:solidFill>
              </a:defRPr>
            </a:pPr>
            <a:r>
              <a:rPr sz="1800" b="1">
                <a:solidFill>
                  <a:srgbClr val="17352D"/>
                </a:solidFill>
              </a:rPr>
              <a:t>Today shows only what needs attention now; detailed history lives with each child.</a:t>
            </a:r>
          </a:p>
        </p:txBody>
      </p:sp>
      <p:sp>
        <p:nvSpPr>
          <p:cNvPr id="4" name="principle-2">
            <a:extLst xmlns:a="http://schemas.openxmlformats.org/drawingml/2006/main">
              <a:ext uri="{FF2B5EF4-FFF2-40B4-BE49-F238E27FC236}">
                <a16:creationId xmlns:a16="http://schemas.microsoft.com/office/drawing/2014/main" id="{543328D4-499F-4C89-A556-FA0C8763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52D"/>
                </a:solidFill>
              </a:defRPr>
            </a:pPr>
            <a:r>
              <a:rPr sz="1800" b="1">
                <a:solidFill>
                  <a:srgbClr val="17352D"/>
                </a:solidFill>
              </a:rPr>
              <a:t>02</a:t>
            </a:r>
          </a:p>
          <a:p xmlns:a="http://schemas.openxmlformats.org/drawingml/2006/main">
            <a:pPr>
              <a:defRPr sz="1800" b="1">
                <a:solidFill>
                  <a:srgbClr val="17352D"/>
                </a:solidFill>
              </a:defRPr>
            </a:pPr>
            <a:r>
              <a:rPr sz="1800" b="1">
                <a:solidFill>
                  <a:srgbClr val="17352D"/>
                </a:solidFill>
              </a:rPr>
              <a:t>Session status, attendance and punctuality remain separate—and explainable.</a:t>
            </a:r>
          </a:p>
        </p:txBody>
      </p:sp>
      <p:sp>
        <p:nvSpPr>
          <p:cNvPr id="5" name="principle-3">
            <a:extLst xmlns:a="http://schemas.openxmlformats.org/drawingml/2006/main">
              <a:ext uri="{FF2B5EF4-FFF2-40B4-BE49-F238E27FC236}">
                <a16:creationId xmlns:a16="http://schemas.microsoft.com/office/drawing/2014/main" id="{A4525C16-F089-435D-A22F-1EF550EE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52D"/>
                </a:solidFill>
              </a:defRPr>
            </a:pPr>
            <a:r>
              <a:rPr sz="1800" b="1">
                <a:solidFill>
                  <a:srgbClr val="17352D"/>
                </a:solidFill>
              </a:rPr>
              <a:t>03</a:t>
            </a:r>
          </a:p>
          <a:p xmlns:a="http://schemas.openxmlformats.org/drawingml/2006/main">
            <a:pPr>
              <a:defRPr sz="1800" b="1">
                <a:solidFill>
                  <a:srgbClr val="17352D"/>
                </a:solidFill>
              </a:defRPr>
            </a:pPr>
            <a:r>
              <a:rPr sz="1800" b="1">
                <a:solidFill>
                  <a:srgbClr val="17352D"/>
                </a:solidFill>
              </a:rPr>
              <a:t>AI may suggest and explain; only the parent can change records or share information.</a:t>
            </a:r>
          </a:p>
        </p:txBody>
      </p:sp>
      <p:sp>
        <p:nvSpPr>
          <p:cNvPr id="6" name="next-step">
            <a:extLst xmlns:a="http://schemas.openxmlformats.org/drawingml/2006/main">
              <a:ext uri="{FF2B5EF4-FFF2-40B4-BE49-F238E27FC236}">
                <a16:creationId xmlns:a16="http://schemas.microsoft.com/office/drawing/2014/main" id="{62D28F3F-5E83-4468-9F7D-D3E4AC2C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A4D"/>
                </a:solidFill>
              </a:defRPr>
            </a:pPr>
            <a:r>
              <a:rPr sz="1350" b="1">
                <a:solidFill>
                  <a:srgbClr val="FF6A4D"/>
                </a:solidFill>
              </a:rPr>
              <a:t>NEXT · Convert these journeys into the architecture, data model and MVP build plan.</a:t>
            </a:r>
          </a:p>
        </p:txBody>
      </p:sp>
      <p:sp>
        <p:nvSpPr>
          <p:cNvPr id="7" name="footer-8">
            <a:extLst xmlns:a="http://schemas.openxmlformats.org/drawingml/2006/main">
              <a:ext uri="{FF2B5EF4-FFF2-40B4-BE49-F238E27FC236}">
                <a16:creationId xmlns:a16="http://schemas.microsoft.com/office/drawing/2014/main" id="{9E2B15C8-B68A-441F-9C50-7F75C41B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CLASSCUE · USER JOURNEY     08</a:t>
            </a:r>
          </a:p>
        </p:txBody>
      </p:sp>
    </p:spTree>
    <p:extLst>
      <p:ext uri="{BB962C8B-B14F-4D97-AF65-F5344CB8AC3E}">
        <p14:creationId xmlns:p14="http://schemas.microsoft.com/office/powerpoint/2010/main" val="1762809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2026-07-17T18:06:10.5640000Z</dcterms:created>
  <dcterms:modified xsi:type="dcterms:W3CDTF">2026-07-17T18:06:10.5640000Z</dcterms:modified>
</coreProperties>
</file>